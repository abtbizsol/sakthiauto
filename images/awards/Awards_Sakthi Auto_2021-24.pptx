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8" r:id="rId11"/>
    <p:sldId id="259" r:id="rId12"/>
    <p:sldId id="267" r:id="rId13"/>
    <p:sldId id="268" r:id="rId14"/>
  </p:sldIdLst>
  <p:sldSz cx="12192000" cy="6858000"/>
  <p:notesSz cx="6858000" cy="9144000"/>
  <p:embeddedFontLst>
    <p:embeddedFont>
      <p:font typeface="Archivo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555360"/>
    <a:srgbClr val="2B242A"/>
    <a:srgbClr val="BBC7D9"/>
    <a:srgbClr val="F69220"/>
    <a:srgbClr val="5D6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6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10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77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3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6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69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32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0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1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58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7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5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2569D-26B4-49E8-A0FC-2B0A0266E653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CC110-496C-4393-9780-DB2CBC3E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10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31025" y="4350769"/>
            <a:ext cx="3748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300" dirty="0">
                <a:latin typeface="Archivo Light" pitchFamily="2" charset="0"/>
                <a:cs typeface="Archivo Light" pitchFamily="2" charset="0"/>
              </a:rPr>
              <a:t>LIST OF AWARDS</a:t>
            </a:r>
            <a:endParaRPr lang="en-IN" sz="2000" spc="300" dirty="0">
              <a:latin typeface="Archivo Light" pitchFamily="2" charset="0"/>
              <a:cs typeface="Archivo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579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E7CD0-D00E-4D07-5EE5-A06A42384ADA}"/>
              </a:ext>
            </a:extLst>
          </p:cNvPr>
          <p:cNvSpPr txBox="1"/>
          <p:nvPr/>
        </p:nvSpPr>
        <p:spPr>
          <a:xfrm>
            <a:off x="2740442" y="6004193"/>
            <a:ext cx="67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Maruti Suzuki -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Special Support Award</a:t>
            </a:r>
            <a:r>
              <a:rPr lang="en-IN" b="1" dirty="0">
                <a:solidFill>
                  <a:srgbClr val="F69220"/>
                </a:solidFill>
                <a:latin typeface="Aptos" panose="020B0004020202020204" pitchFamily="34" charset="0"/>
              </a:rPr>
              <a:t> for the year 2024-25</a:t>
            </a:r>
            <a:endParaRPr lang="en-US" b="1" dirty="0">
              <a:solidFill>
                <a:srgbClr val="F6922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390DD-C831-C722-061F-17E1E1C2C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671" y="1165986"/>
            <a:ext cx="6286652" cy="47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8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E5535-63DE-E9EE-D850-E7ECE1E2D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58EB3-70B4-35E7-2C0B-E8E61E434706}"/>
              </a:ext>
            </a:extLst>
          </p:cNvPr>
          <p:cNvSpPr txBox="1"/>
          <p:nvPr/>
        </p:nvSpPr>
        <p:spPr>
          <a:xfrm>
            <a:off x="2835924" y="5987692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Renault Nissan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Packaging Safety Innovation Award 2024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135C9-46D6-78E3-CE89-A12D5DE91D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15297" y="1686523"/>
            <a:ext cx="5161402" cy="344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7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5B3C0-35DA-761F-6FBB-A95966F6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D4A69D-2057-BC71-25E2-5D838EC9B227}"/>
              </a:ext>
            </a:extLst>
          </p:cNvPr>
          <p:cNvSpPr txBox="1"/>
          <p:nvPr/>
        </p:nvSpPr>
        <p:spPr>
          <a:xfrm>
            <a:off x="2835924" y="6026228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Renault Nissan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Packaging Cost Innovation Award 2024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C719A-E2D1-049E-59B6-CC00C7ECAB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07033" y="1703024"/>
            <a:ext cx="5177929" cy="345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2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3EF6B-0F72-6948-56A0-56747EA5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D245F-0BD2-1D1E-AE04-D44EB15F79E1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ILJIN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SGA Competition Award 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2E764-37D8-0654-70FB-DBE93C54AC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43687" y="1638758"/>
            <a:ext cx="5304622" cy="353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5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A36F9-0FC9-9F53-B010-39432149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B682C-DBE4-3A94-4420-D8B7804CA02E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ILJIN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Outstanding Award 2024 - Casting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17C9F-4EE8-6541-016B-6B593F938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01525" y="1699352"/>
            <a:ext cx="5188944" cy="34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0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0986D-3219-535A-F477-AB8558F5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F12FC6-E789-1E48-19F0-14102B4D6B69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TIEI 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Quality Performance Award - 2023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51D04-874B-E80B-908F-B1622A6DDE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49195" y="1647939"/>
            <a:ext cx="5293605" cy="352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3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0F5BB-647D-7FA5-F1DE-D9D5DA19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37294-B9DC-2F5E-308B-117DDFA0AE45}"/>
              </a:ext>
            </a:extLst>
          </p:cNvPr>
          <p:cNvSpPr txBox="1"/>
          <p:nvPr/>
        </p:nvSpPr>
        <p:spPr>
          <a:xfrm>
            <a:off x="2740442" y="6004193"/>
            <a:ext cx="67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Maruti Suzuki -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Special Support Award</a:t>
            </a:r>
            <a:r>
              <a:rPr lang="en-IN" b="1" dirty="0">
                <a:solidFill>
                  <a:srgbClr val="F69220"/>
                </a:solidFill>
                <a:latin typeface="Aptos" panose="020B0004020202020204" pitchFamily="34" charset="0"/>
              </a:rPr>
              <a:t> for the year 2023-24</a:t>
            </a:r>
            <a:endParaRPr lang="en-US" b="1" dirty="0">
              <a:solidFill>
                <a:srgbClr val="F69220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5849E-D5BF-0117-D011-EF73C7DDE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41" y="1126962"/>
            <a:ext cx="6426112" cy="487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3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908A3-B4DF-9584-FD17-906E4327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27317-7B9B-A6F9-7963-6ACA5249B447}"/>
              </a:ext>
            </a:extLst>
          </p:cNvPr>
          <p:cNvSpPr txBox="1"/>
          <p:nvPr/>
        </p:nvSpPr>
        <p:spPr>
          <a:xfrm>
            <a:off x="2740442" y="6004193"/>
            <a:ext cx="6711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TOYOTA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RM Supplier of the </a:t>
            </a:r>
            <a:r>
              <a:rPr lang="en-IN" b="1" dirty="0">
                <a:solidFill>
                  <a:srgbClr val="F69220"/>
                </a:solidFill>
                <a:latin typeface="Aptos" panose="020B0004020202020204" pitchFamily="34" charset="0"/>
              </a:rPr>
              <a:t>year 2023</a:t>
            </a:r>
            <a:endParaRPr lang="en-US" b="1" dirty="0">
              <a:solidFill>
                <a:srgbClr val="F6922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E6160-2F74-39F1-73DC-E6530872AC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42" y="1179230"/>
            <a:ext cx="6711111" cy="48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1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148A3C-5BB6-C753-95E8-4D835A11EEF1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ILJIN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Best Quality Performance Award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4051F2-D390-A325-D15C-BBEFCF5CA1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60211" y="1666301"/>
            <a:ext cx="5271571" cy="351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74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945207-4F20-C003-635D-C905666873A6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ILJIN –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SGA Competition Award 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973F1-AABF-E268-CE51-8039F6250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44215" y="1727812"/>
            <a:ext cx="5103564" cy="34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76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6DAF2-4101-6C75-045B-FC83A8B3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44F72-B8AE-732F-1918-1AF611298463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GM – 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Supplier Quality Excellence Award - 2022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75E9D-23A0-83AD-6E35-149D920565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15" t="9438" r="11981" b="4860"/>
          <a:stretch>
            <a:fillRect/>
          </a:stretch>
        </p:blipFill>
        <p:spPr>
          <a:xfrm>
            <a:off x="2773495" y="1233890"/>
            <a:ext cx="6645010" cy="4683108"/>
          </a:xfrm>
          <a:prstGeom prst="rect">
            <a:avLst/>
          </a:prstGeom>
          <a:ln w="76200"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151544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44FAA-CBD8-601A-9F58-9865BD34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D7CC08-FC2B-047E-9A2A-9CBC35ED47CF}"/>
              </a:ext>
            </a:extLst>
          </p:cNvPr>
          <p:cNvSpPr txBox="1"/>
          <p:nvPr/>
        </p:nvSpPr>
        <p:spPr>
          <a:xfrm>
            <a:off x="2835924" y="6059277"/>
            <a:ext cx="652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D6367"/>
                </a:solidFill>
                <a:latin typeface="Aptos" panose="020B0004020202020204" pitchFamily="34" charset="0"/>
              </a:rPr>
              <a:t>TOYOTA –  </a:t>
            </a:r>
            <a:r>
              <a:rPr lang="en-US" b="1" dirty="0">
                <a:solidFill>
                  <a:srgbClr val="F69220"/>
                </a:solidFill>
                <a:latin typeface="Aptos" panose="020B0004020202020204" pitchFamily="34" charset="0"/>
              </a:rPr>
              <a:t>Gold Award Winner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C7C8F-B784-ECB9-4690-05152DEB3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" t="8949" r="3430" b="3975"/>
          <a:stretch>
            <a:fillRect/>
          </a:stretch>
        </p:blipFill>
        <p:spPr>
          <a:xfrm>
            <a:off x="3941281" y="1049126"/>
            <a:ext cx="4309431" cy="501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93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Archivo Light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BLUE</dc:creator>
  <cp:lastModifiedBy>Sarankumar P.</cp:lastModifiedBy>
  <cp:revision>8</cp:revision>
  <dcterms:created xsi:type="dcterms:W3CDTF">2024-07-01T08:06:54Z</dcterms:created>
  <dcterms:modified xsi:type="dcterms:W3CDTF">2025-06-17T12:57:02Z</dcterms:modified>
</cp:coreProperties>
</file>